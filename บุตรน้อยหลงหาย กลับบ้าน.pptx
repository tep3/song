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Lora Medium"/>
      <p:regular r:id="rId19"/>
      <p:bold r:id="rId20"/>
      <p:italic r:id="rId21"/>
      <p:boldItalic r:id="rId22"/>
    </p:embeddedFont>
    <p:embeddedFont>
      <p:font typeface="Sarabun"/>
      <p:regular r:id="rId23"/>
      <p:bold r:id="rId24"/>
      <p:italic r:id="rId25"/>
      <p:boldItalic r:id="rId26"/>
    </p:embeddedFont>
    <p:embeddedFont>
      <p:font typeface="Lora SemiBold"/>
      <p:regular r:id="rId27"/>
      <p:bold r:id="rId28"/>
      <p:italic r:id="rId29"/>
      <p:boldItalic r:id="rId30"/>
    </p:embeddedFont>
    <p:embeddedFont>
      <p:font typeface="Lora"/>
      <p:regular r:id="rId31"/>
      <p:bold r:id="rId32"/>
      <p:italic r:id="rId33"/>
      <p:boldItalic r:id="rId34"/>
    </p:embeddedFont>
    <p:embeddedFont>
      <p:font typeface="Sarabun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oraMedium-bold.fntdata"/><Relationship Id="rId22" Type="http://schemas.openxmlformats.org/officeDocument/2006/relationships/font" Target="fonts/LoraMedium-boldItalic.fntdata"/><Relationship Id="rId21" Type="http://schemas.openxmlformats.org/officeDocument/2006/relationships/font" Target="fonts/LoraMedium-italic.fntdata"/><Relationship Id="rId24" Type="http://schemas.openxmlformats.org/officeDocument/2006/relationships/font" Target="fonts/Sarabun-bold.fntdata"/><Relationship Id="rId23" Type="http://schemas.openxmlformats.org/officeDocument/2006/relationships/font" Target="fonts/Sarabu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arabun-boldItalic.fntdata"/><Relationship Id="rId25" Type="http://schemas.openxmlformats.org/officeDocument/2006/relationships/font" Target="fonts/Sarabun-italic.fntdata"/><Relationship Id="rId28" Type="http://schemas.openxmlformats.org/officeDocument/2006/relationships/font" Target="fonts/LoraSemiBold-bold.fntdata"/><Relationship Id="rId27" Type="http://schemas.openxmlformats.org/officeDocument/2006/relationships/font" Target="fonts/Lora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ora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ora-regular.fntdata"/><Relationship Id="rId30" Type="http://schemas.openxmlformats.org/officeDocument/2006/relationships/font" Target="fonts/Lora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Lora-italic.fntdata"/><Relationship Id="rId10" Type="http://schemas.openxmlformats.org/officeDocument/2006/relationships/slide" Target="slides/slide5.xml"/><Relationship Id="rId32" Type="http://schemas.openxmlformats.org/officeDocument/2006/relationships/font" Target="fonts/Lora-bold.fntdata"/><Relationship Id="rId13" Type="http://schemas.openxmlformats.org/officeDocument/2006/relationships/slide" Target="slides/slide8.xml"/><Relationship Id="rId35" Type="http://schemas.openxmlformats.org/officeDocument/2006/relationships/font" Target="fonts/Sarabun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Lora-boldItalic.fntdata"/><Relationship Id="rId15" Type="http://schemas.openxmlformats.org/officeDocument/2006/relationships/slide" Target="slides/slide10.xml"/><Relationship Id="rId37" Type="http://schemas.openxmlformats.org/officeDocument/2006/relationships/font" Target="fonts/SarabunSemiBold-italic.fntdata"/><Relationship Id="rId14" Type="http://schemas.openxmlformats.org/officeDocument/2006/relationships/slide" Target="slides/slide9.xml"/><Relationship Id="rId36" Type="http://schemas.openxmlformats.org/officeDocument/2006/relationships/font" Target="fonts/SarabunSemiBo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SarabunSemiBold-boldItalic.fntdata"/><Relationship Id="rId19" Type="http://schemas.openxmlformats.org/officeDocument/2006/relationships/font" Target="fonts/Lora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1443037"/>
            <a:ext cx="4800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7A3232"/>
                </a:solidFill>
                <a:latin typeface="Lora"/>
                <a:ea typeface="Lora"/>
                <a:cs typeface="Lora"/>
                <a:sym typeface="Lora"/>
              </a:rPr>
              <a:t>บุตรน้อยหลงหาย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3414712"/>
            <a:ext cx="48006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7A3232"/>
                </a:solidFill>
                <a:latin typeface="Lora Medium"/>
                <a:ea typeface="Lora Medium"/>
                <a:cs typeface="Lora Medium"/>
                <a:sym typeface="Lora Medium"/>
              </a:rPr>
              <a:t>กลับบ้าน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624387"/>
            <a:ext cx="457200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C1E16"/>
                </a:solidFill>
                <a:latin typeface="Lora"/>
                <a:ea typeface="Lora"/>
                <a:cs typeface="Lora"/>
                <a:sym typeface="Lora"/>
              </a:rPr>
              <a:t>ลูกา 15:11-32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7A3232"/>
                </a:solidFill>
                <a:latin typeface="Lora SemiBold"/>
                <a:ea typeface="Lora SemiBold"/>
                <a:cs typeface="Lora SemiBold"/>
                <a:sym typeface="Lora SemiBold"/>
              </a:rPr>
              <a:t>ลูกา 15:11-32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1095375" y="2318742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[11] พระองค์ตรัสว่า "ชายคนหนึ่งมีบุตรชายสองคน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095375" y="2987278"/>
            <a:ext cx="10001250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[12] บุตรคนน้อยพูดกับบิดาว่า `บิดาเจ้าข้า ขอทรัพย์ที่ตกเป็นส่วนของข้าพเจ้าเถิด' บิดาจึงแบ่งสมบัติให้แก่บุตรทั้งสอง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095375" y="4076700"/>
            <a:ext cx="10001250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[13] ต่อมาไม่กี่วัน บุตรคนน้อยนั้นก็รวบรวมทรัพย์ทั้งหมดแล้วไปเมืองไกล และได้ผลาญทรัพย์ของตนที่นั่นด้วยการเป็นนักเลง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95375" y="5166121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[14] เมื่อใช้ทรัพย์หมดแล้วก็เกิดกันดารอาหารยิ่งนักทั่วเมืองนั้น เขาจึงเริ่มขัดสน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04775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972145"/>
            <a:ext cx="5286375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[15] เขาไปอาศัยอยู่กับชาวเมืองนั้นคนหนึ่ง และคนนั้นก็ใช้เขาไปเลี้ยงหมูที่ทุ่งนา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2061567"/>
            <a:ext cx="5286375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[16] เขาใคร่จะได้อิ่มท้องด้วยฝักถั่วที่หมูกินนั้น แต่ไม่มีใครให้อะไรเขากิน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3150989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[17] เมื่อเขารู้สำนึกตัวแล้วจึงพูดว่า `ลูกจ้างของบิดาเรามีมาก ยังมีอาหารกินอิ่มและเหลืออีก ส่วนเราจะมาตายเสียเพราะอดอาหาร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661296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[18] จำเราจะลุกขึ้นไปหาบิดาเรา และพูดกับท่านว่า "บิดาเจ้าข้า ข้าพเจ้าได้ผิดต่อสวรรค์และผิดต่อหน้าท่านด้วย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057275"/>
            <a:ext cx="52673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31564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71500" y="819150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[19] ข้าพเจ้าไม่สมควรจะได้ชื่อว่าเป็นลูกของท่านต่อไป ขอท่านให้ข้าพเจ้าเป็นเหมือนลูกจ้างของท่านคนหนึ่งเถิด"'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71500" y="2329457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[20] แล้วเขาก็ลุกขึ้นไปหาบิดาของตน แต่เมื่อเขายังอยู่แต่ไกล บิดาแลเห็นเขาก็มีความเมตตา จึงวิ่งออกไปกอดคอจุบเขา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3839765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[21] ฝ่ายบุตรนั้นจึงกล่าวแก่บิดาว่า `บิดาเจ้าข้า ข้าพเจ้าได้บาปต่อสวรรค์และต่อสายตาของท่านด้วย ข้าพเจ้าไม่สมควรจะได้ชื่อว่าเป็นลูกของท่านอีกต่อไป'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5350073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[22] แต่บิดาสั่งผู้รับใช้ของตนว่า `จงรีบไปเอาเสื้ออย่างดีที่สุดมาสวมให้เขา และเอาแหวนมาสวมนิ้วมือ กับเอารองเท้ามาสวมให้เขา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325165"/>
            <a:ext cx="52673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1095375" y="2024360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[23] จงเอาลูกวัวอ้วนพีมาฆ่าเลี้ยงกัน เพื่อความรื่นเริงยินดีเถิด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095375" y="2692896"/>
            <a:ext cx="10001250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[24] เพราะว่าลูกของเราคนนี้ตายแล้ว แต่กลับเป็นอีก หายไปแล้ว แต่ได้พบกันอีก' เขาทั้งหลายต่างก็เริ่มมีความรื่นเริงยินดี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1095375" y="3782317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[25] ฝ่ายบุตรคนใหญ่นั้นกำลังอยู่ที่ทุ่งนา เมื่อเขากลับมาใกล้บ้านแล้วก็ได้ยินเสียงมโหรีและเต้นรำ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1095375" y="4450853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[26] เขาจึงเรียกผู้รับใช้คนหนึ่งมาถามว่า เขาทำอะไรกัน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04775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571500" y="1095970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[27] ผู้รับใช้จึงตอบเขาว่า `น้องของท่านกลับมาแล้ว และบิดาได้ให้ฆ่าลูกวัวอ้วนพี เพราะได้ลูกกลับมาโดยสวัสดิภาพ'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571500" y="2606278"/>
            <a:ext cx="5286375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[28] ฝ่ายพี่ชายก็โกรธไม่ยอมเข้าไป บิดาจึงออกมาชักชวนเขา</a:t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71500" y="3695700"/>
            <a:ext cx="5286375" cy="210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[29] แต่เขาบอกบิดาว่า `ดูเถิด ข้าพเจ้าได้ปรนนิบัติท่านกี่ปีมาแล้ว และมิได้ละเมิดคำบัญชาของท่านสักข้อหนึ่งเลย แม้แต่เพียงลูกแพะสักตัวหนึ่งท่านก็ยังไม่เคยให้ข้าพเจ้า เพื่อจะเลี้ยงกันเป็นที่รื่นเริงยินดีกับเพื่อนฝูงของข้าพเจ้า</a:t>
            </a:r>
            <a:endParaRPr/>
          </a:p>
        </p:txBody>
      </p:sp>
      <p:pic>
        <p:nvPicPr>
          <p:cNvPr descr="image.png" id="133" name="Google Shape;13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057275"/>
            <a:ext cx="52673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1095375" y="2148185"/>
            <a:ext cx="10001250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[30] แต่เมื่อลูกคนนี้ของท่าน ผู้ได้ผลาญสิ่งเลี้ยงชีพของท่านโดยคบหญิงโสเภณีมาแล้ว ท่านยังได้ฆ่าลูกวัวอ้วนพีเลี้ยงเขา'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1095375" y="3237607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[31] บิดาจึงตอบเขาว่า `ลูกเอ๋ย เจ้าอยู่กับเราเสมอ และสิ่งของทั้งหมดของเราก็เป็นของเจ้า</a:t>
            </a:r>
            <a:endParaRPr/>
          </a:p>
        </p:txBody>
      </p:sp>
      <p:sp>
        <p:nvSpPr>
          <p:cNvPr id="140" name="Google Shape;140;p19"/>
          <p:cNvSpPr txBox="1"/>
          <p:nvPr/>
        </p:nvSpPr>
        <p:spPr>
          <a:xfrm>
            <a:off x="1095375" y="3906142"/>
            <a:ext cx="10001250" cy="84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[32] แต่สมควรที่เราจะรื่นเริงและยินดี เพราะน้องของเจ้าคนนี้ตายแล้ว แต่กลับเป็นขึ้นอีก หายไปแล้วแต่ได้พบกันอีก'"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295275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7A3232"/>
                </a:solidFill>
                <a:latin typeface="Lora SemiBold"/>
                <a:ea typeface="Lora SemiBold"/>
                <a:cs typeface="Lora SemiBold"/>
                <a:sym typeface="Lora SemiBold"/>
              </a:rPr>
              <a:t>ลูกา 15:7</a:t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1123950" y="3158579"/>
            <a:ext cx="9944100" cy="1645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2C1E16"/>
                </a:solidFill>
                <a:latin typeface="Lora"/>
                <a:ea typeface="Lora"/>
                <a:cs typeface="Lora"/>
                <a:sym typeface="Lora"/>
              </a:rPr>
              <a:t>[7] เราบอกท่านทั้งหลายว่า เช่นนั้นแหละ จะมีความปรีดีในสวรรค์เพราะคนบาปคนเดียวที่กลับใจใหม่ มากกว่าเพราะคนชอบธรรมเก้าสิบเก้าคนที่ไม่ต้องการกลับใจใหม่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58115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7A3232"/>
                </a:solidFill>
                <a:latin typeface="Lora SemiBold"/>
                <a:ea typeface="Lora SemiBold"/>
                <a:cs typeface="Lora SemiBold"/>
                <a:sym typeface="Lora SemiBold"/>
              </a:rPr>
              <a:t>ปฐมกาล 13:10</a:t>
            </a:r>
            <a:endParaRPr/>
          </a:p>
        </p:txBody>
      </p:sp>
      <p:sp>
        <p:nvSpPr>
          <p:cNvPr id="153" name="Google Shape;153;p21"/>
          <p:cNvSpPr txBox="1"/>
          <p:nvPr/>
        </p:nvSpPr>
        <p:spPr>
          <a:xfrm>
            <a:off x="571500" y="2929235"/>
            <a:ext cx="5286375" cy="210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[10] โลทเงยหน้าขึ้นแลดูและเห็นว่าบรรดาที่ราบลุ่มของแม่น้ำจอร์แดนมีน้ำบริบูรณ์อยู่ทุกแห่ง เหมือนพระอุทยานของพระเยโฮวาห์ เหมือนกับแผ่นดินอียิปต์ไปทางเมืองโศอาร์ ก่อนที่พระเยโฮวาห์ทรงทำลายเมืองโสโดมและเมืองโกโมราห์</a:t>
            </a:r>
            <a:endParaRPr/>
          </a:p>
        </p:txBody>
      </p:sp>
      <p:pic>
        <p:nvPicPr>
          <p:cNvPr descr="image.png" id="154" name="Google Shape;1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590675"/>
            <a:ext cx="52673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581150"/>
            <a:ext cx="52863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7A3232"/>
                </a:solidFill>
                <a:latin typeface="Lora SemiBold"/>
                <a:ea typeface="Lora SemiBold"/>
                <a:cs typeface="Lora SemiBold"/>
                <a:sym typeface="Lora SemiBold"/>
              </a:rPr>
              <a:t>อิสยาห์ 53:6</a:t>
            </a:r>
            <a:endParaRPr/>
          </a:p>
        </p:txBody>
      </p:sp>
      <p:sp>
        <p:nvSpPr>
          <p:cNvPr id="161" name="Google Shape;161;p22"/>
          <p:cNvSpPr txBox="1"/>
          <p:nvPr/>
        </p:nvSpPr>
        <p:spPr>
          <a:xfrm>
            <a:off x="571500" y="3350121"/>
            <a:ext cx="5286375" cy="1262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[6] เราทุกคนได้เจิ่นไปเหมือนแกะ เราทุกคนต่างได้หันไปตามทางของตนเอง และพระเยโฮวาห์ทรงวางลงบนท่านซึ่งความชั่วช้าของเราทุกคน</a:t>
            </a:r>
            <a:endParaRPr/>
          </a:p>
        </p:txBody>
      </p:sp>
      <p:pic>
        <p:nvPicPr>
          <p:cNvPr descr="image.png" id="162" name="Google Shape;1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3650" y="1590675"/>
            <a:ext cx="52673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3"/>
          <p:cNvSpPr txBox="1"/>
          <p:nvPr/>
        </p:nvSpPr>
        <p:spPr>
          <a:xfrm>
            <a:off x="830341" y="3033712"/>
            <a:ext cx="10531316" cy="7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7A3232"/>
                </a:solidFill>
                <a:latin typeface="Sarabun SemiBold"/>
                <a:ea typeface="Sarabun SemiBold"/>
                <a:cs typeface="Sarabun SemiBold"/>
                <a:sym typeface="Sarabun SemiBold"/>
              </a:rPr>
              <a:t>พระเยโฮวาห์ยิเรห์ = พระเจ้าผู้จัดเตรียม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/>
        </p:nvSpPr>
        <p:spPr>
          <a:xfrm>
            <a:off x="571500" y="571500"/>
            <a:ext cx="116014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7A3232"/>
                </a:solidFill>
                <a:latin typeface="Lora SemiBold"/>
                <a:ea typeface="Lora SemiBold"/>
                <a:cs typeface="Lora SemiBold"/>
                <a:sym typeface="Lora SemiBold"/>
              </a:rPr>
              <a:t>ลูกา 15:1-2</a:t>
            </a:r>
            <a:endParaRPr/>
          </a:p>
        </p:txBody>
      </p:sp>
      <p:sp>
        <p:nvSpPr>
          <p:cNvPr id="173" name="Google Shape;173;p24"/>
          <p:cNvSpPr txBox="1"/>
          <p:nvPr/>
        </p:nvSpPr>
        <p:spPr>
          <a:xfrm>
            <a:off x="1095375" y="3408164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[1] ครั้งนั้นบรรดาคนเก็บภาษีและพวกคนบาปก็เข้ามาใกล้เพื่อจะฟังพระองค์</a:t>
            </a:r>
            <a:endParaRPr/>
          </a:p>
        </p:txBody>
      </p:sp>
      <p:sp>
        <p:nvSpPr>
          <p:cNvPr id="174" name="Google Shape;174;p24"/>
          <p:cNvSpPr txBox="1"/>
          <p:nvPr/>
        </p:nvSpPr>
        <p:spPr>
          <a:xfrm>
            <a:off x="1095375" y="4076700"/>
            <a:ext cx="10001250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[2] ฝ่ายพวกฟาริสีและพวกธรรมาจารย์บ่นว่า "คนนี้ต้อนรับคนบาปและกินด้วยกันกับเขา"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EBE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/>
          <p:nvPr/>
        </p:nvSpPr>
        <p:spPr>
          <a:xfrm>
            <a:off x="571500" y="571500"/>
            <a:ext cx="11601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7A3232"/>
                </a:solidFill>
                <a:latin typeface="Lora SemiBold"/>
                <a:ea typeface="Lora SemiBold"/>
                <a:cs typeface="Lora SemiBold"/>
                <a:sym typeface="Lora SemiBold"/>
              </a:rPr>
              <a:t>Image Sources</a:t>
            </a:r>
            <a:endParaRPr/>
          </a:p>
        </p:txBody>
      </p:sp>
      <p:sp>
        <p:nvSpPr>
          <p:cNvPr id="180" name="Google Shape;180;p25"/>
          <p:cNvSpPr/>
          <p:nvPr/>
        </p:nvSpPr>
        <p:spPr>
          <a:xfrm>
            <a:off x="571500" y="1466850"/>
            <a:ext cx="110490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5"/>
          <p:cNvSpPr/>
          <p:nvPr/>
        </p:nvSpPr>
        <p:spPr>
          <a:xfrm>
            <a:off x="571500" y="23336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571500" y="31051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71500" y="3876675"/>
            <a:ext cx="110490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/>
          <p:nvPr/>
        </p:nvSpPr>
        <p:spPr>
          <a:xfrm>
            <a:off x="571500" y="47434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5"/>
          <p:cNvSpPr/>
          <p:nvPr/>
        </p:nvSpPr>
        <p:spPr>
          <a:xfrm>
            <a:off x="571500" y="2324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571500" y="2324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5"/>
          <p:cNvSpPr/>
          <p:nvPr/>
        </p:nvSpPr>
        <p:spPr>
          <a:xfrm>
            <a:off x="571500" y="3095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/>
          <p:nvPr/>
        </p:nvSpPr>
        <p:spPr>
          <a:xfrm>
            <a:off x="571500" y="30956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5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/>
          <p:nvPr/>
        </p:nvSpPr>
        <p:spPr>
          <a:xfrm>
            <a:off x="571500" y="4733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5"/>
          <p:cNvSpPr/>
          <p:nvPr/>
        </p:nvSpPr>
        <p:spPr>
          <a:xfrm>
            <a:off x="571500" y="47339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5"/>
          <p:cNvSpPr/>
          <p:nvPr/>
        </p:nvSpPr>
        <p:spPr>
          <a:xfrm>
            <a:off x="571500" y="550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5"/>
          <p:cNvSpPr/>
          <p:nvPr/>
        </p:nvSpPr>
        <p:spPr>
          <a:xfrm>
            <a:off x="571500" y="55054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57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5"/>
          <p:cNvSpPr txBox="1"/>
          <p:nvPr/>
        </p:nvSpPr>
        <p:spPr>
          <a:xfrm>
            <a:off x="1666875" y="1609725"/>
            <a:ext cx="995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https://upload.wikimedia.org/wikipedia/commons/thumb/9/93/Rembrandt_Harmensz_van_Rijn_-_Return_of_the_Prodigal_Son_-_Google_Art_Project.jpg/500px-Rembrandt_Harmensz_van_Rijn_-_Return_of_the_Prodigal_Son_-_Google_Art_Project.jpg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1666875" y="1981200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commons.wikimedia.org</a:t>
            </a:r>
            <a:endParaRPr/>
          </a:p>
        </p:txBody>
      </p:sp>
      <p:pic>
        <p:nvPicPr>
          <p:cNvPr descr="image.png" id="198" name="Google Shape;19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/>
        </p:nvSpPr>
        <p:spPr>
          <a:xfrm>
            <a:off x="1666875" y="2509837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https://www.biblecartoons.co.uk/images/87.jpg</a:t>
            </a:r>
            <a:endParaRPr/>
          </a:p>
        </p:txBody>
      </p:sp>
      <p:sp>
        <p:nvSpPr>
          <p:cNvPr id="200" name="Google Shape;200;p25"/>
          <p:cNvSpPr txBox="1"/>
          <p:nvPr/>
        </p:nvSpPr>
        <p:spPr>
          <a:xfrm>
            <a:off x="1666875" y="2719387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www.biblecartoons.co.uk</a:t>
            </a:r>
            <a:endParaRPr/>
          </a:p>
        </p:txBody>
      </p:sp>
      <p:pic>
        <p:nvPicPr>
          <p:cNvPr descr="image.png" id="201" name="Google Shape;20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480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 txBox="1"/>
          <p:nvPr/>
        </p:nvSpPr>
        <p:spPr>
          <a:xfrm>
            <a:off x="1666875" y="3281362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https://i.ebayimg.com/images/g/rvkAAOSwWp9j2YHL/s-l1200.jpg</a:t>
            </a:r>
            <a:endParaRPr/>
          </a:p>
        </p:txBody>
      </p:sp>
      <p:sp>
        <p:nvSpPr>
          <p:cNvPr id="203" name="Google Shape;203;p25"/>
          <p:cNvSpPr txBox="1"/>
          <p:nvPr/>
        </p:nvSpPr>
        <p:spPr>
          <a:xfrm>
            <a:off x="1666875" y="3490912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www.ebay.com</a:t>
            </a:r>
            <a:endParaRPr/>
          </a:p>
        </p:txBody>
      </p:sp>
      <p:pic>
        <p:nvPicPr>
          <p:cNvPr descr="image.png" id="204" name="Google Shape;20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671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5"/>
          <p:cNvSpPr txBox="1"/>
          <p:nvPr/>
        </p:nvSpPr>
        <p:spPr>
          <a:xfrm>
            <a:off x="1666875" y="4019550"/>
            <a:ext cx="995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https://dg.imgix.net/the-lost-son-who-never-left-j7ezsr1j-en/landscape/the-lost-son-who-never-left-j7ezsr1j-d1a7116400878cedf91d17ee667c223d.jpg?ts=1712849216&amp;ixlib=rails-4.3.1&amp;fit=crop&amp;w=2000&amp;h=1050</a:t>
            </a:r>
            <a:endParaRPr/>
          </a:p>
        </p:txBody>
      </p:sp>
      <p:sp>
        <p:nvSpPr>
          <p:cNvPr id="206" name="Google Shape;206;p25"/>
          <p:cNvSpPr txBox="1"/>
          <p:nvPr/>
        </p:nvSpPr>
        <p:spPr>
          <a:xfrm>
            <a:off x="1666875" y="439102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www.desiringgod.org</a:t>
            </a:r>
            <a:endParaRPr/>
          </a:p>
        </p:txBody>
      </p:sp>
      <p:pic>
        <p:nvPicPr>
          <p:cNvPr descr="image.png" id="207" name="Google Shape;20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886325"/>
            <a:ext cx="12858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5"/>
          <p:cNvSpPr txBox="1"/>
          <p:nvPr/>
        </p:nvSpPr>
        <p:spPr>
          <a:xfrm>
            <a:off x="1666875" y="4919662"/>
            <a:ext cx="9953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https://marionthemap.com/wp-content/uploads/2025/07/garden-of-eden-14.jpg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1666875" y="5129212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marionthemap.com</a:t>
            </a:r>
            <a:endParaRPr/>
          </a:p>
        </p:txBody>
      </p:sp>
      <p:pic>
        <p:nvPicPr>
          <p:cNvPr descr="image.png" id="210" name="Google Shape;210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7054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1666875" y="5657850"/>
            <a:ext cx="9953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https://elements-resized.envatousercontent.com/elements-video-cover-images/32961732-684f-4517-837c-80a514a4046d/video_preview/video_preview_0000.jpg?w=500&amp;cf_fit=cover&amp;q=85&amp;format=auto&amp;s=88ad48ea5d1a29287d212f51dd3af049177bf439cca32d676843fd161529e3bd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1666875" y="6029325"/>
            <a:ext cx="99536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C1E16"/>
                </a:solidFill>
                <a:latin typeface="Sarabun"/>
                <a:ea typeface="Sarabun"/>
                <a:cs typeface="Sarabun"/>
                <a:sym typeface="Sarabun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Sarabun"/>
                <a:ea typeface="Sarabun"/>
                <a:cs typeface="Sarabun"/>
                <a:sym typeface="Sarabun"/>
              </a:rPr>
              <a:t>elements.envato.com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