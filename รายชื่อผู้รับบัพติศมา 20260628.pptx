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rompt Medium"/>
      <p:regular r:id="rId19"/>
      <p:bold r:id="rId20"/>
      <p:italic r:id="rId21"/>
      <p:boldItalic r:id="rId22"/>
    </p:embeddedFont>
    <p:embeddedFont>
      <p:font typeface="Prompt Light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Prompt SemiBold"/>
      <p:regular r:id="rId31"/>
      <p:bold r:id="rId32"/>
      <p:italic r:id="rId33"/>
      <p:boldItalic r:id="rId34"/>
    </p:embeddedFont>
    <p:embeddedFont>
      <p:font typeface="Promp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mptMedium-bold.fntdata"/><Relationship Id="rId22" Type="http://schemas.openxmlformats.org/officeDocument/2006/relationships/font" Target="fonts/PromptMedium-boldItalic.fntdata"/><Relationship Id="rId21" Type="http://schemas.openxmlformats.org/officeDocument/2006/relationships/font" Target="fonts/PromptMedium-italic.fntdata"/><Relationship Id="rId24" Type="http://schemas.openxmlformats.org/officeDocument/2006/relationships/font" Target="fonts/PromptLight-bold.fntdata"/><Relationship Id="rId23" Type="http://schemas.openxmlformats.org/officeDocument/2006/relationships/font" Target="fonts/Prompt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mptLight-boldItalic.fntdata"/><Relationship Id="rId25" Type="http://schemas.openxmlformats.org/officeDocument/2006/relationships/font" Target="fonts/PromptLight-italic.fntdata"/><Relationship Id="rId28" Type="http://schemas.openxmlformats.org/officeDocument/2006/relationships/font" Target="fonts/PlayfairDisplay-bold.fntdata"/><Relationship Id="rId27" Type="http://schemas.openxmlformats.org/officeDocument/2006/relationships/font" Target="fonts/PlayfairDis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mptSemiBold-regular.fntdata"/><Relationship Id="rId30" Type="http://schemas.openxmlformats.org/officeDocument/2006/relationships/font" Target="fonts/PlayfairDisplay-boldItalic.fntdata"/><Relationship Id="rId11" Type="http://schemas.openxmlformats.org/officeDocument/2006/relationships/slide" Target="slides/slide6.xml"/><Relationship Id="rId33" Type="http://schemas.openxmlformats.org/officeDocument/2006/relationships/font" Target="fonts/PromptSemiBold-italic.fntdata"/><Relationship Id="rId10" Type="http://schemas.openxmlformats.org/officeDocument/2006/relationships/slide" Target="slides/slide5.xml"/><Relationship Id="rId32" Type="http://schemas.openxmlformats.org/officeDocument/2006/relationships/font" Target="fonts/PromptSemiBold-bold.fntdata"/><Relationship Id="rId13" Type="http://schemas.openxmlformats.org/officeDocument/2006/relationships/slide" Target="slides/slide8.xml"/><Relationship Id="rId35" Type="http://schemas.openxmlformats.org/officeDocument/2006/relationships/font" Target="fonts/Prompt-regular.fntdata"/><Relationship Id="rId12" Type="http://schemas.openxmlformats.org/officeDocument/2006/relationships/slide" Target="slides/slide7.xml"/><Relationship Id="rId34" Type="http://schemas.openxmlformats.org/officeDocument/2006/relationships/font" Target="fonts/Prompt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Prompt-italic.fntdata"/><Relationship Id="rId14" Type="http://schemas.openxmlformats.org/officeDocument/2006/relationships/slide" Target="slides/slide9.xml"/><Relationship Id="rId36" Type="http://schemas.openxmlformats.org/officeDocument/2006/relationships/font" Target="fonts/Promp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Prompt-boldItalic.fntdata"/><Relationship Id="rId19" Type="http://schemas.openxmlformats.org/officeDocument/2006/relationships/font" Target="fonts/PromptMedium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4562" y="2141190"/>
            <a:ext cx="7762875" cy="257547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20615" y="2769840"/>
            <a:ext cx="6150768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2C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รายชื่อผู้รับบัพติศมา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67062" y="3735585"/>
            <a:ext cx="58578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5A059"/>
                </a:solidFill>
                <a:latin typeface="Prompt Medium"/>
                <a:ea typeface="Prompt Medium"/>
                <a:cs typeface="Prompt Medium"/>
                <a:sym typeface="Prompt Medium"/>
              </a:rPr>
              <a:t>ขอแสดงความยินดีกับพี่น้องทุกท่านในพระคริสต์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219200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885950" y="1897409"/>
            <a:ext cx="20002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คุณมนตรี ทับทาบ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95275" y="-952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C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รายชื่อผู้รับบัพติศมา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219200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1885950" y="1897409"/>
            <a:ext cx="20002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คุณมนตรี ทับทาบ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96075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362825" y="1897409"/>
            <a:ext cx="2819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คุณอู๊ด ประวิตร โพธิ์ทอง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295275" y="-952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C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รายชื่อผู้รับบัพติศมา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1219200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885950" y="1897409"/>
            <a:ext cx="20002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คุณมนตรี ทับทาบ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696075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362825" y="1897409"/>
            <a:ext cx="2819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คุณอู๊ด ประวิตร โพธิ์ทอง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219200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885950" y="2992784"/>
            <a:ext cx="2781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คุณแนน นิภาพร สีดาพล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295275" y="-952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C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รายชื่อผู้รับบัพติศมา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1219200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1885950" y="1897409"/>
            <a:ext cx="20002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คุณมนตรี ทับทาบ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696075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362825" y="1897409"/>
            <a:ext cx="2819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คุณอู๊ด ประวิตร โพธิ์ทอง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1219200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885950" y="2992784"/>
            <a:ext cx="2781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คุณแนน นิภาพร สีดาพล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696075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362825" y="2992784"/>
            <a:ext cx="2562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คุณตุ้ม นุชจรีย์ บุญสุข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295275" y="-952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C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รายชื่อผู้รับบัพติศมา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819525"/>
            <a:ext cx="50006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1219200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885950" y="1897409"/>
            <a:ext cx="20002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คุณมนตรี ทับทาบ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696075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362825" y="1897409"/>
            <a:ext cx="2819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คุณอู๊ด ประวิตร โพธิ์ทอง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219200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885950" y="2992784"/>
            <a:ext cx="2781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คุณแนน นิภาพร สีดาพล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696075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362825" y="2992784"/>
            <a:ext cx="2562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คุณตุ้ม นุชจรีย์ บุญสุข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219200" y="400526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885950" y="4088159"/>
            <a:ext cx="32480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คุณเพ็ญ จันทร์เพ็ญ ยอยอด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295275" y="-952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C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รายชื่อผู้รับบัพติศมา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81952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819525"/>
            <a:ext cx="50006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1219200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885950" y="1897409"/>
            <a:ext cx="20002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คุณมนตรี ทับทาบ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696075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362825" y="1897409"/>
            <a:ext cx="2819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คุณอู๊ด ประวิตร โพธิ์ทอง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219200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885950" y="2992784"/>
            <a:ext cx="2781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คุณแนน นิภาพร สีดาพล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696075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362825" y="2992784"/>
            <a:ext cx="2562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คุณตุ้ม นุชจรีย์ บุญสุข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219200" y="400526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885950" y="4088159"/>
            <a:ext cx="32480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คุณเพ็ญ จันทร์เพ็ญ ยอยอด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696075" y="400526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362825" y="4088159"/>
            <a:ext cx="2266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คุณตุ๊ก อารี มาละศรี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295275" y="-952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C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รายชื่อผู้รับบัพติศมา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81952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81952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4914900"/>
            <a:ext cx="50006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1219200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885950" y="1897409"/>
            <a:ext cx="20002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คุณมนตรี ทับทาบ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696075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7362825" y="1897409"/>
            <a:ext cx="2819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คุณอู๊ด ประวิตร โพธิ์ทอง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219200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885950" y="2992784"/>
            <a:ext cx="2781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คุณแนน นิภาพร สีดาพล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696075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7362825" y="2992784"/>
            <a:ext cx="2562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คุณตุ้ม นุชจรีย์ บุญสุข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219200" y="400526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885950" y="4088159"/>
            <a:ext cx="32480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คุณเพ็ญ จันทร์เพ็ญ ยอยอด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696075" y="400526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362825" y="4088159"/>
            <a:ext cx="2266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คุณตุ๊ก อารี มาละศรี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219200" y="510063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885950" y="5183534"/>
            <a:ext cx="3028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คุณเดียร์ ปานชนก กุดนอก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295275" y="-952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C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รายชื่อผู้รับบัพติศมา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81952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81952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491490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914900"/>
            <a:ext cx="50006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1219200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885950" y="1897409"/>
            <a:ext cx="20002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คุณมนตรี ทับทาบ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696075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7362825" y="1897409"/>
            <a:ext cx="2819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คุณอู๊ด ประวิตร โพธิ์ทอง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219200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885950" y="2992784"/>
            <a:ext cx="2781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คุณแนน นิภาพร สีดาพล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696075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362825" y="2992784"/>
            <a:ext cx="2562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คุณตุ้ม นุชจรีย์ บุญสุข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219200" y="400526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885950" y="4088159"/>
            <a:ext cx="32480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คุณเพ็ญ จันทร์เพ็ญ ยอยอด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696075" y="400526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7362825" y="4088159"/>
            <a:ext cx="2266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คุณตุ๊ก อารี มาละศรี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219200" y="510063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1885950" y="5183534"/>
            <a:ext cx="3028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คุณเดียร์ ปานชนก กุดนอก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696075" y="510063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7362825" y="5183534"/>
            <a:ext cx="33528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คุณปลื้ม อิศรางกูร ณ อยุธยา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295275" y="-952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C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รายชื่อผู้รับบัพติศมา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81952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81952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491490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91490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6010275"/>
            <a:ext cx="50006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1219200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885950" y="1897409"/>
            <a:ext cx="20002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คุณมนตรี ทับทาบ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6696075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7362825" y="1897409"/>
            <a:ext cx="2819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คุณอู๊ด ประวิตร โพธิ์ทอง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1219200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1885950" y="2992784"/>
            <a:ext cx="2781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คุณแนน นิภาพร สีดาพล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696075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7362825" y="2992784"/>
            <a:ext cx="2562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คุณตุ้ม นุชจรีย์ บุญสุข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1219200" y="400526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1885950" y="4088159"/>
            <a:ext cx="32480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คุณเพ็ญ จันทร์เพ็ญ ยอยอด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696075" y="400526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7362825" y="4088159"/>
            <a:ext cx="2266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คุณตุ๊ก อารี มาละศรี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1219200" y="510063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885950" y="5183534"/>
            <a:ext cx="3028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คุณเดียร์ ปานชนก กุดนอก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696075" y="510063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7362825" y="5183534"/>
            <a:ext cx="33528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คุณปลื้ม อิศรางกูร ณ อยุธยา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219200" y="61960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1885950" y="6278909"/>
            <a:ext cx="33051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คุณอีฟ อิสริยาภรณ์ โพธิ์ทอง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295275" y="-952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C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รายชื่อผู้รับบัพติศมา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287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72415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81952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81952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491490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914900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6010275"/>
            <a:ext cx="5000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6010275"/>
            <a:ext cx="50006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1219200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1885950" y="1897409"/>
            <a:ext cx="20002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คุณมนตรี ทับทาบ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6696075" y="18145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7362825" y="1897409"/>
            <a:ext cx="2819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คุณอู๊ด ประวิตร โพธิ์ทอง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1219200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1885950" y="2992784"/>
            <a:ext cx="2781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คุณแนน นิภาพร สีดาพล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6696075" y="290988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7362825" y="2992784"/>
            <a:ext cx="2562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คุณตุ้ม นุชจรีย์ บุญสุข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1219200" y="400526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1885950" y="4088159"/>
            <a:ext cx="32480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คุณเพ็ญ จันทร์เพ็ญ ยอยอด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6696075" y="400526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7362825" y="4088159"/>
            <a:ext cx="2266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คุณตุ๊ก อารี มาละศรี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1219200" y="510063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1885950" y="5183534"/>
            <a:ext cx="3028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คุณเดียร์ ปานชนก กุดนอก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6696075" y="5100637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7362825" y="5183534"/>
            <a:ext cx="33528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คุณปลื้ม อิศรางกูร ณ อยุธยา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1219200" y="61960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1885950" y="6278909"/>
            <a:ext cx="33051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คุณอีฟ อิสริยาภรณ์ โพธิ์ทอง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6696075" y="6196012"/>
            <a:ext cx="428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7362825" y="6278909"/>
            <a:ext cx="27051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C3E50"/>
                </a:solidFill>
                <a:latin typeface="Prompt Medium"/>
                <a:ea typeface="Prompt Medium"/>
                <a:cs typeface="Prompt Medium"/>
                <a:sym typeface="Prompt Medium"/>
              </a:rPr>
              <a:t>คุณไอซ์ อาจารี โพธิ์ทอง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295275" y="-952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C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รายชื่อผู้รับบัพติศมา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"/>
          <p:cNvSpPr txBox="1"/>
          <p:nvPr/>
        </p:nvSpPr>
        <p:spPr>
          <a:xfrm>
            <a:off x="571500" y="1102221"/>
            <a:ext cx="52006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C5A05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ขอพระเจ้าอวยพร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571500" y="2311896"/>
            <a:ext cx="4953000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5568"/>
                </a:solidFill>
                <a:latin typeface="Prompt Light"/>
                <a:ea typeface="Prompt Light"/>
                <a:cs typeface="Prompt Light"/>
                <a:sym typeface="Prompt Light"/>
              </a:rPr>
              <a:t>ขอพระคุณและความรักของพระเจ้า สถิตอยู่กับทุกท่านที่รับบัพติศมาในวันนี้ เพื่อเริ่มต้นชีวิตใหม่ในพระคริสต์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571500" y="3690937"/>
            <a:ext cx="4953000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"เหตุฉะนั้นถ้าผู้ใดอยู่ในพระคริสต์ ผู้นั้นก็เป็นคนที่ถูกสร้างใหม่แล้ว สิ่งสารพัดที่เก่าๆ ก็ล่วงไป นี่แน่ะกลายเป็นสิ่งใหม่ทั้งนั้น"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571500" y="526047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5A059"/>
                </a:solidFill>
                <a:latin typeface="Prompt Light"/>
                <a:ea typeface="Prompt Light"/>
                <a:cs typeface="Prompt Light"/>
                <a:sym typeface="Prompt Light"/>
              </a:rPr>
              <a:t>— 2 โครินธ์ 5:17</a:t>
            </a:r>
            <a:endParaRPr/>
          </a:p>
        </p:txBody>
      </p:sp>
      <p:pic>
        <p:nvPicPr>
          <p:cNvPr descr="image.png" id="311" name="Google Shape;3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"/>
          <p:cNvSpPr/>
          <p:nvPr/>
        </p:nvSpPr>
        <p:spPr>
          <a:xfrm>
            <a:off x="571500" y="1638300"/>
            <a:ext cx="110490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571500" y="25622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571500" y="25622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9" name="Google Shape;3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621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5"/>
          <p:cNvSpPr txBox="1"/>
          <p:nvPr/>
        </p:nvSpPr>
        <p:spPr>
          <a:xfrm>
            <a:off x="1666875" y="1781175"/>
            <a:ext cx="9953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https://media.istockphoto.com/id/1150120893/photo/white-dove-against-blue-sky-with-white-clouds.jpg?s=612x612&amp;w=0&amp;k=20&amp;c=t_NgXtSixCc4zbaAHIz_8y3SKqsC1p_Ujy7aWTltPy8=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1666875" y="219075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rompt"/>
                <a:ea typeface="Prompt"/>
                <a:cs typeface="Prompt"/>
                <a:sym typeface="Prompt"/>
              </a:rPr>
              <a:t>www.istockphoto.com</a:t>
            </a:r>
            <a:endParaRPr/>
          </a:p>
        </p:txBody>
      </p:sp>
      <p:pic>
        <p:nvPicPr>
          <p:cNvPr descr="image.png" id="322" name="Google Shape;32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5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 txBox="1"/>
          <p:nvPr/>
        </p:nvSpPr>
        <p:spPr>
          <a:xfrm>
            <a:off x="1666875" y="2714625"/>
            <a:ext cx="9953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https://media.istockphoto.com/id/1365386284/video/the-holy-cross-of-jesus-christ-by-the-calm-waters-and-waves-and-space-for-text-on-a-black.jpg?s=640x640&amp;k=20&amp;c=rcY7oODNLNPJnF_RVbo5OGp6fWkLJU_bhe7S4A6cBEY=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1666875" y="31242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rompt"/>
                <a:ea typeface="Prompt"/>
                <a:cs typeface="Prompt"/>
                <a:sym typeface="Prompt"/>
              </a:rPr>
              <a:t>www.istockphoto.com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295275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C3E50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